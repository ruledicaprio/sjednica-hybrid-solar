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SJEDNICA, BILECA – Solarna ograda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Godišnja proizvodnja: 17296 kWh</a:t>
            </a:r>
          </a:p>
          <a:p>
            <a:r>
              <a:t>Instalisana snaga: 11.12 kWp</a:t>
            </a:r>
          </a:p>
          <a:p>
            <a:r>
              <a:t>Specifična proizvodnja: 1556 kWh/kWp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JEDNICA_BILECA_proizvodnja_po_stran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0525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JEDNICA_BILECA_udio_str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JEDNICA_BILECA_3D_sa_platform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705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